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2743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86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6" d="100"/>
          <a:sy n="36" d="100"/>
        </p:scale>
        <p:origin x="120" y="924"/>
      </p:cViewPr>
      <p:guideLst>
        <p:guide orient="horz" pos="2160"/>
        <p:guide pos="86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057400" y="2130426"/>
            <a:ext cx="233172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114800" y="3886200"/>
            <a:ext cx="19202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1812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9155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66939" y="4406901"/>
            <a:ext cx="23317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166939" y="2906713"/>
            <a:ext cx="23317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9417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371600" y="1600201"/>
            <a:ext cx="12115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3944600" y="1600201"/>
            <a:ext cx="12115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2796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371600" y="1535113"/>
            <a:ext cx="12120564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371600" y="2174875"/>
            <a:ext cx="12120564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13935077" y="1535113"/>
            <a:ext cx="12125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13935077" y="2174875"/>
            <a:ext cx="12125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360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646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7784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71602" y="273050"/>
            <a:ext cx="902493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725150" y="273051"/>
            <a:ext cx="153352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371602" y="1435101"/>
            <a:ext cx="902493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8028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76864" y="4800600"/>
            <a:ext cx="16459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376864" y="612775"/>
            <a:ext cx="16459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5376864" y="5367338"/>
            <a:ext cx="16459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3031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515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9888200" y="274639"/>
            <a:ext cx="61722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371600" y="274639"/>
            <a:ext cx="180594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722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71600" y="274638"/>
            <a:ext cx="24688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371600" y="1600201"/>
            <a:ext cx="24688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1371600" y="6356351"/>
            <a:ext cx="640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72279B-67D5-48A9-B319-AD0740CF3773}" type="datetimeFigureOut">
              <a:rPr lang="ru-RU" smtClean="0"/>
              <a:t>28.12.2025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9372600" y="6356351"/>
            <a:ext cx="8686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9659600" y="6356351"/>
            <a:ext cx="640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A86FD-A376-45BE-811E-ED246914A00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680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AB9639E7-C6C9-3322-F432-A25CD54684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60" t="2222" r="9096" b="7778"/>
          <a:stretch>
            <a:fillRect/>
          </a:stretch>
        </p:blipFill>
        <p:spPr>
          <a:xfrm>
            <a:off x="1371600" y="457200"/>
            <a:ext cx="5257800" cy="61722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3D3EEDC-DACB-01CA-EAC1-2A7F9F6185D0}"/>
              </a:ext>
            </a:extLst>
          </p:cNvPr>
          <p:cNvSpPr/>
          <p:nvPr/>
        </p:nvSpPr>
        <p:spPr>
          <a:xfrm>
            <a:off x="1371600" y="457200"/>
            <a:ext cx="5867400" cy="5943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74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9449" y="990600"/>
            <a:ext cx="4267200" cy="4881881"/>
            <a:chOff x="1638300" y="838199"/>
            <a:chExt cx="4267200" cy="4881881"/>
          </a:xfrm>
        </p:grpSpPr>
        <p:sp>
          <p:nvSpPr>
            <p:cNvPr id="9" name="Пятиугольник 8"/>
            <p:cNvSpPr/>
            <p:nvPr/>
          </p:nvSpPr>
          <p:spPr>
            <a:xfrm>
              <a:off x="1670050" y="2514600"/>
              <a:ext cx="2120900" cy="1520305"/>
            </a:xfrm>
            <a:prstGeom prst="homePlate">
              <a:avLst>
                <a:gd name="adj" fmla="val 44607"/>
              </a:avLst>
            </a:prstGeom>
            <a:gradFill>
              <a:gsLst>
                <a:gs pos="39000">
                  <a:srgbClr val="82A0FA"/>
                </a:gs>
                <a:gs pos="0">
                  <a:srgbClr val="C8DFFA"/>
                </a:gs>
                <a:gs pos="100000">
                  <a:srgbClr val="2446C8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Трапеция 9"/>
            <p:cNvSpPr/>
            <p:nvPr/>
          </p:nvSpPr>
          <p:spPr>
            <a:xfrm rot="10800000">
              <a:off x="1638300" y="838199"/>
              <a:ext cx="4191000" cy="1447801"/>
            </a:xfrm>
            <a:prstGeom prst="trapezoid">
              <a:avLst>
                <a:gd name="adj" fmla="val 82332"/>
              </a:avLst>
            </a:prstGeom>
            <a:gradFill>
              <a:gsLst>
                <a:gs pos="38000">
                  <a:srgbClr val="82A0FA"/>
                </a:gs>
                <a:gs pos="0">
                  <a:srgbClr val="C8DFFA"/>
                </a:gs>
                <a:gs pos="100000">
                  <a:srgbClr val="2446C8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Трапеция 10"/>
            <p:cNvSpPr/>
            <p:nvPr/>
          </p:nvSpPr>
          <p:spPr>
            <a:xfrm>
              <a:off x="1714500" y="4263505"/>
              <a:ext cx="4191000" cy="1456575"/>
            </a:xfrm>
            <a:prstGeom prst="trapezoid">
              <a:avLst>
                <a:gd name="adj" fmla="val 84947"/>
              </a:avLst>
            </a:prstGeom>
            <a:gradFill>
              <a:gsLst>
                <a:gs pos="69000">
                  <a:srgbClr val="82A0FA"/>
                </a:gs>
                <a:gs pos="99000">
                  <a:srgbClr val="C8DFFA"/>
                </a:gs>
                <a:gs pos="0">
                  <a:srgbClr val="2446C8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ый треугольник 11"/>
            <p:cNvSpPr/>
            <p:nvPr/>
          </p:nvSpPr>
          <p:spPr>
            <a:xfrm>
              <a:off x="1638300" y="838199"/>
              <a:ext cx="1257300" cy="1447801"/>
            </a:xfrm>
            <a:prstGeom prst="rtTriangle">
              <a:avLst/>
            </a:prstGeom>
            <a:gradFill>
              <a:gsLst>
                <a:gs pos="100000">
                  <a:srgbClr val="82A0FA"/>
                </a:gs>
                <a:gs pos="0">
                  <a:srgbClr val="C8DFFA"/>
                </a:gs>
                <a:gs pos="100000">
                  <a:srgbClr val="2446C8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ый треугольник 12"/>
            <p:cNvSpPr/>
            <p:nvPr/>
          </p:nvSpPr>
          <p:spPr>
            <a:xfrm rot="5340000">
              <a:off x="1625843" y="4350627"/>
              <a:ext cx="1434413" cy="1282331"/>
            </a:xfrm>
            <a:prstGeom prst="rtTriangle">
              <a:avLst/>
            </a:prstGeom>
            <a:gradFill>
              <a:gsLst>
                <a:gs pos="66000">
                  <a:srgbClr val="82A0FA"/>
                </a:gs>
                <a:gs pos="100000">
                  <a:srgbClr val="C8DFFA"/>
                </a:gs>
                <a:gs pos="0">
                  <a:srgbClr val="2446C8"/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5308739" y="437227"/>
            <a:ext cx="6779100" cy="255454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600" dirty="0">
                <a:solidFill>
                  <a:schemeClr val="bg1">
                    <a:lumMod val="95000"/>
                  </a:schemeClr>
                </a:solidFill>
              </a:rPr>
              <a:t>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9599" y="2149880"/>
            <a:ext cx="3523913" cy="255454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600" dirty="0">
                <a:solidFill>
                  <a:schemeClr val="bg1">
                    <a:lumMod val="95000"/>
                  </a:schemeClr>
                </a:solidFill>
              </a:rPr>
              <a:t>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9599" y="3866920"/>
            <a:ext cx="21602837" cy="255454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600" dirty="0">
                <a:solidFill>
                  <a:schemeClr val="bg1">
                    <a:lumMod val="95000"/>
                  </a:schemeClr>
                </a:solidFill>
              </a:rPr>
              <a:t>ENTREPRENEURSHIP TM </a:t>
            </a:r>
          </a:p>
        </p:txBody>
      </p:sp>
    </p:spTree>
    <p:extLst>
      <p:ext uri="{BB962C8B-B14F-4D97-AF65-F5344CB8AC3E}">
        <p14:creationId xmlns:p14="http://schemas.microsoft.com/office/powerpoint/2010/main" val="2500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9449" y="990600"/>
            <a:ext cx="4267200" cy="4881881"/>
            <a:chOff x="1638300" y="838199"/>
            <a:chExt cx="4267200" cy="4881881"/>
          </a:xfrm>
        </p:grpSpPr>
        <p:sp>
          <p:nvSpPr>
            <p:cNvPr id="9" name="Пятиугольник 8"/>
            <p:cNvSpPr/>
            <p:nvPr/>
          </p:nvSpPr>
          <p:spPr>
            <a:xfrm>
              <a:off x="1670050" y="2514600"/>
              <a:ext cx="2120900" cy="1520305"/>
            </a:xfrm>
            <a:prstGeom prst="homePlate">
              <a:avLst>
                <a:gd name="adj" fmla="val 44607"/>
              </a:avLst>
            </a:prstGeom>
            <a:gradFill>
              <a:gsLst>
                <a:gs pos="39000">
                  <a:srgbClr val="82A0FA"/>
                </a:gs>
                <a:gs pos="0">
                  <a:srgbClr val="C8DFFA"/>
                </a:gs>
                <a:gs pos="100000">
                  <a:srgbClr val="2446C8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Трапеция 9"/>
            <p:cNvSpPr/>
            <p:nvPr/>
          </p:nvSpPr>
          <p:spPr>
            <a:xfrm rot="10800000">
              <a:off x="1638300" y="838199"/>
              <a:ext cx="4191000" cy="1447801"/>
            </a:xfrm>
            <a:prstGeom prst="trapezoid">
              <a:avLst>
                <a:gd name="adj" fmla="val 82332"/>
              </a:avLst>
            </a:prstGeom>
            <a:gradFill>
              <a:gsLst>
                <a:gs pos="38000">
                  <a:srgbClr val="82A0FA"/>
                </a:gs>
                <a:gs pos="0">
                  <a:srgbClr val="C8DFFA"/>
                </a:gs>
                <a:gs pos="100000">
                  <a:srgbClr val="2446C8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Трапеция 10"/>
            <p:cNvSpPr/>
            <p:nvPr/>
          </p:nvSpPr>
          <p:spPr>
            <a:xfrm>
              <a:off x="1714500" y="4263505"/>
              <a:ext cx="4191000" cy="1456575"/>
            </a:xfrm>
            <a:prstGeom prst="trapezoid">
              <a:avLst>
                <a:gd name="adj" fmla="val 84947"/>
              </a:avLst>
            </a:prstGeom>
            <a:gradFill>
              <a:gsLst>
                <a:gs pos="69000">
                  <a:srgbClr val="82A0FA"/>
                </a:gs>
                <a:gs pos="99000">
                  <a:srgbClr val="C8DFFA"/>
                </a:gs>
                <a:gs pos="0">
                  <a:srgbClr val="2446C8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ый треугольник 11"/>
            <p:cNvSpPr/>
            <p:nvPr/>
          </p:nvSpPr>
          <p:spPr>
            <a:xfrm>
              <a:off x="1638300" y="838199"/>
              <a:ext cx="1257300" cy="1447801"/>
            </a:xfrm>
            <a:prstGeom prst="rtTriangle">
              <a:avLst/>
            </a:prstGeom>
            <a:gradFill>
              <a:gsLst>
                <a:gs pos="100000">
                  <a:srgbClr val="82A0FA"/>
                </a:gs>
                <a:gs pos="0">
                  <a:srgbClr val="C8DFFA"/>
                </a:gs>
                <a:gs pos="100000">
                  <a:srgbClr val="2446C8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ый треугольник 12"/>
            <p:cNvSpPr/>
            <p:nvPr/>
          </p:nvSpPr>
          <p:spPr>
            <a:xfrm rot="5340000">
              <a:off x="1625843" y="4350627"/>
              <a:ext cx="1434413" cy="1282331"/>
            </a:xfrm>
            <a:prstGeom prst="rtTriangle">
              <a:avLst/>
            </a:prstGeom>
            <a:gradFill>
              <a:gsLst>
                <a:gs pos="66000">
                  <a:srgbClr val="82A0FA"/>
                </a:gs>
                <a:gs pos="100000">
                  <a:srgbClr val="C8DFFA"/>
                </a:gs>
                <a:gs pos="0">
                  <a:srgbClr val="2446C8"/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946172" y="560338"/>
            <a:ext cx="6962355" cy="230832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5000" dirty="0">
                <a:solidFill>
                  <a:schemeClr val="bg1">
                    <a:lumMod val="50000"/>
                  </a:schemeClr>
                </a:solidFill>
              </a:rPr>
              <a:t>STARTUP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8200" y="2299606"/>
            <a:ext cx="7121245" cy="461664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30000" kern="2000" spc="-2000" dirty="0">
                <a:solidFill>
                  <a:schemeClr val="bg1">
                    <a:lumMod val="50000"/>
                  </a:schemeClr>
                </a:solidFill>
              </a:rPr>
              <a:t>CLUB</a:t>
            </a:r>
          </a:p>
        </p:txBody>
      </p:sp>
    </p:spTree>
    <p:extLst>
      <p:ext uri="{BB962C8B-B14F-4D97-AF65-F5344CB8AC3E}">
        <p14:creationId xmlns:p14="http://schemas.microsoft.com/office/powerpoint/2010/main" val="4018585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!DISK\116 WEBSITES AND DOMAINS\cfeglobal.org\images\scaleup-log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2015" y="228600"/>
            <a:ext cx="5273832" cy="1490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!DISK\116 WEBSITES AND DOMAINS\cfeglobal.org\images\startup-club-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0265" y="4495800"/>
            <a:ext cx="5057775" cy="214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!DISK\116 WEBSITES AND DOMAINS\cfeglobal.org\images\dynamic-entrepreneurship-classroom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712" y="2438400"/>
            <a:ext cx="5130135" cy="122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3" descr="C:\!DISK\116 WEBSITES AND DOMAINS\cfeglobal.org\images\startup-club-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200" y="100049"/>
            <a:ext cx="5057775" cy="214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C:\!DISK\116 WEBSITES AND DOMAINS\cfeglobal.org\images\fasttrac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6900" y="6107770"/>
            <a:ext cx="4724400" cy="532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3" descr="C:\!DISK\116 WEBSITES AND DOMAINS\cfeglobal.org\images\startup-huddle-logo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4630" y="3276600"/>
            <a:ext cx="5188939" cy="2062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3" descr="C:\!DISK\116 WEBSITES AND DOMAINS\cfeglobal.org\images\startup-club-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68400" y="115289"/>
            <a:ext cx="5057775" cy="214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C:\!DISK\116 WEBSITES AND DOMAINS\cfeglobal.org\images\fasttrac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55532" y="3243488"/>
            <a:ext cx="4724400" cy="532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189086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6</Words>
  <Application>Microsoft Office PowerPoint</Application>
  <PresentationFormat>Custom</PresentationFormat>
  <Paragraphs>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Тема Office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 S</dc:creator>
  <cp:lastModifiedBy>V S</cp:lastModifiedBy>
  <cp:revision>15</cp:revision>
  <dcterms:created xsi:type="dcterms:W3CDTF">2024-06-19T17:00:52Z</dcterms:created>
  <dcterms:modified xsi:type="dcterms:W3CDTF">2025-12-29T03:15:36Z</dcterms:modified>
</cp:coreProperties>
</file>